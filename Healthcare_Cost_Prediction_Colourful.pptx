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11640312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healthcare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328"/>
            <a:ext cx="11420856" cy="61813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36" b="1">
                <a:solidFill>
                  <a:srgbClr val="2563E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11640312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healthcare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328"/>
            <a:ext cx="11420856" cy="61813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36" b="1">
                <a:solidFill>
                  <a:srgbClr val="7C3AE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B27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11640312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healthcare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328"/>
            <a:ext cx="11420856" cy="61813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36" b="1">
                <a:solidFill>
                  <a:srgbClr val="DB2777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5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11640312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healthcare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328"/>
            <a:ext cx="11420856" cy="61813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36" b="1">
                <a:solidFill>
                  <a:srgbClr val="EA580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96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11640312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healthcare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328"/>
            <a:ext cx="11420856" cy="61813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36" b="1">
                <a:solidFill>
                  <a:srgbClr val="0596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11640312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healthcare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328"/>
            <a:ext cx="11420856" cy="61813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36" b="1">
                <a:solidFill>
                  <a:srgbClr val="0891B2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11640312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healthcare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328"/>
            <a:ext cx="11420856" cy="61813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36" b="1">
                <a:solidFill>
                  <a:srgbClr val="4F46E5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33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11640312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healthcare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328"/>
            <a:ext cx="11420856" cy="61813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36" b="1">
                <a:solidFill>
                  <a:srgbClr val="9333E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26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11640312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healthcare_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328"/>
            <a:ext cx="11420856" cy="61813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02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02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36" b="1">
                <a:solidFill>
                  <a:srgbClr val="C026D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11640312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healthcare_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328"/>
            <a:ext cx="11420856" cy="61813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36" b="1">
                <a:solidFill>
                  <a:srgbClr val="DC262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A3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11640312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healthcare_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328"/>
            <a:ext cx="11420856" cy="61813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36" b="1">
                <a:solidFill>
                  <a:srgbClr val="16A34A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11640312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healthcare_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328"/>
            <a:ext cx="11420856" cy="61813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36" b="1">
                <a:solidFill>
                  <a:srgbClr val="0284C7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11640312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healthcare_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328"/>
            <a:ext cx="11420856" cy="61813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36" b="1">
                <a:solidFill>
                  <a:srgbClr val="6D28D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E18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11640312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healthcare_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328"/>
            <a:ext cx="11420856" cy="61813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36" b="1">
                <a:solidFill>
                  <a:srgbClr val="BE185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8A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11640312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healthcare_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328"/>
            <a:ext cx="11420856" cy="61813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36" b="1">
                <a:solidFill>
                  <a:srgbClr val="CA8A04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11640312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healthcare_pag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328"/>
            <a:ext cx="11420856" cy="61813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36" b="1">
                <a:solidFill>
                  <a:srgbClr val="0F766E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11640312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healthcare_pag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328"/>
            <a:ext cx="11420856" cy="61813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36" b="1">
                <a:solidFill>
                  <a:srgbClr val="1D4ED8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E22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11640312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healthcare_pag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328"/>
            <a:ext cx="11420856" cy="61813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36" b="1">
                <a:solidFill>
                  <a:srgbClr val="7E22CE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9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11640312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healthcare_pag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328"/>
            <a:ext cx="11420856" cy="61813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36" b="1">
                <a:solidFill>
                  <a:srgbClr val="B91C1C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80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11640312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healthcare_pag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328"/>
            <a:ext cx="11420856" cy="61813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36" b="1">
                <a:solidFill>
                  <a:srgbClr val="15803D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69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11640312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healthcare_pag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328"/>
            <a:ext cx="11420856" cy="61813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36" b="1">
                <a:solidFill>
                  <a:srgbClr val="0369A1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21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11640312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healthcare_pag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328"/>
            <a:ext cx="11420856" cy="61813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36" b="1">
                <a:solidFill>
                  <a:srgbClr val="6B21A8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28600"/>
            <a:ext cx="11640312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healthcare_pag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328"/>
            <a:ext cx="11420856" cy="61813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36" b="1">
                <a:solidFill>
                  <a:srgbClr val="334155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